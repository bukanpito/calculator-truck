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1 menit. Perkenalkan diri sebagai Alvitto Zaky. Jelaskan bahwa proyek berada pada tahap pratinjau UI, bukan aplikasi produksi. Jangan mengklaim fitur rencana sebagai hasil implementasi.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1 menit. Tawarkan versi singkat bila HR mempunyai waktu terbatas. Alokasi 30 menit presentasi sudah termasuk demo; jangan menunggu satu jam untuk selesai.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Jelaskan kontribusi pribadi yang benar-benar dapat dibuktikan. Jika menggunakan bantuan AI, jelaskan dengan jujur proses review dan pemahaman kode. Jangan mengaku memiliki pengalaman kerja atau dampak bisnis yang belum terjadi.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menit. Mockup berupa objek vektor PowerPoint yang bisa diedit, bukan screenshot perangkat. Android adalah prioritas implementasi. iOS masih target; pengujian memerlukan macOS dan Xcode.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Jelaskan konteks kerja nyata sebagai skenario, bukan hasil observasi yang sudah dilakukan. Harga pemasok tetap dapat diubah per transaksi.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Ketiganya keputusan desain, belum implementasi bisnis. Siapkan penjelasan pembulatan, batas volume dan migrasi tanpa menghapus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menit. Hasil analyze/test mengacu pada pemeriksaan pratinjau sebelumnya, bukan pengujian ulang saat membuat slide. Belum ada uji fitur database atau build APK.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4 menit. Jalankan perangkat sebelum interview. Tunjukkan dashboard, kalkulator contoh, spreadsheet kosong dan daftar material. Jika perangkat gagal, gunakan mockup berlabel sebagai cadangan; jangan menyebutnya demo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 1 menit. Undang pertanyaan. Jelaskan apa yang sudah ada, apa yang belum, dan prioritas berikutnya. Jangan mengarang timeline penyelesaian.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Kalkulasi muatan. Pencatatan lebih teratur.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 PRODUK • VERSI PRATINJAU UI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pencatatan harga muatan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truk material berbasis m³.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Alvitto Zaky | Portfolio untuk HR &amp; Interview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949440" y="4692244"/>
            <a:ext cx="4534510" cy="175016"/>
          </a:xfrm>
          <a:prstGeom prst="ellipse">
            <a:avLst/>
          </a:prstGeom>
          <a:solidFill>
            <a:srgbClr val="E0EBE5"/>
          </a:solidFill>
          <a:ln w="12700">
            <a:solidFill>
              <a:srgbClr val="E0EB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6980" y="2822753"/>
            <a:ext cx="1670609" cy="875081"/>
          </a:xfrm>
          <a:prstGeom prst="triangle">
            <a:avLst/>
          </a:prstGeom>
          <a:solidFill>
            <a:srgbClr val="C8B798"/>
          </a:solidFill>
          <a:ln w="12700">
            <a:solidFill>
              <a:srgbClr val="C8B79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1390" y="2902306"/>
            <a:ext cx="1312621" cy="795528"/>
          </a:xfrm>
          <a:prstGeom prst="triangle">
            <a:avLst/>
          </a:prstGeom>
          <a:solidFill>
            <a:srgbClr val="B9A584"/>
          </a:solidFill>
          <a:ln w="12700">
            <a:solidFill>
              <a:srgbClr val="B9A5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8546" y="3538728"/>
            <a:ext cx="2903677" cy="835304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07428" y="3634191"/>
            <a:ext cx="39776" cy="636422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0431" y="3634191"/>
            <a:ext cx="39776" cy="636422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3435" y="3634191"/>
            <a:ext cx="39776" cy="636422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06439" y="3634191"/>
            <a:ext cx="39776" cy="636422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39443" y="3634191"/>
            <a:ext cx="39776" cy="636422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91776" y="3658057"/>
            <a:ext cx="1073963" cy="755752"/>
          </a:xfrm>
          <a:prstGeom prst="roundRect">
            <a:avLst/>
          </a:prstGeom>
          <a:solidFill>
            <a:srgbClr val="8DB9A4"/>
          </a:solidFill>
          <a:ln w="12700">
            <a:solidFill>
              <a:srgbClr val="8DB9A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58836" y="3769431"/>
            <a:ext cx="517093" cy="318211"/>
          </a:xfrm>
          <a:prstGeom prst="rect">
            <a:avLst/>
          </a:prstGeom>
          <a:solidFill>
            <a:srgbClr val="E7F3EE"/>
          </a:solidFill>
          <a:ln w="12700">
            <a:solidFill>
              <a:srgbClr val="E7F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8546" y="4358122"/>
            <a:ext cx="4136746" cy="143195"/>
          </a:xfrm>
          <a:prstGeom prst="rect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5639" y="4286524"/>
            <a:ext cx="517093" cy="517093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60879" y="4421764"/>
            <a:ext cx="246614" cy="246614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7589" y="4286524"/>
            <a:ext cx="517093" cy="517093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92829" y="4421764"/>
            <a:ext cx="246614" cy="246614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9092" y="4286524"/>
            <a:ext cx="517093" cy="517093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04332" y="4421764"/>
            <a:ext cx="246614" cy="246614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presentasi interview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MENIT PEMAPARAN + MAKSIMAL 30 MENIT DISKUSI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Konteks • 5 menit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bisnis, pengguna sasaran, dan tujuan produk.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 • 12 menit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4456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muatan, ilustrasi Android/iPhone, kalkulasi dan demo UI.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• 13 menit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9360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teknis, batas implementasi, kualitas dan roadmap.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 fleksibel hingga 30 menit; total sesi tidak melebihi 60 menit.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kasus: digitalisasi pencatatan muatan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proyek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Mengubah kebutuhan usaha material menjadi alur mobile yang mudah dipahami.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yang tersedia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4456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Kode Flutter pratinjau, navigasi empat halaman, dokumentasi dan test UI.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Batas klaim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9360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ada pengguna nyata, metrik dampak bisnis atau backend produksi.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yang ingin diselesaikan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Perhitungan volume dan biaya masih dilakukan terpisah.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Harga pemasok berubah menurut material, kualitas dan wilayah.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33924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Catatan muatan sulit direkap menjadi laporan harian.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4105656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Estimasi keuntungan perlu memperhitungkan seluruh biaya.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818888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Harga acuan pasar tidak selalu sama dengan harga modal aktual.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Solusi: satu alur dari hitung hingga laporan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Hitung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material, isi volume dan harga modal. Tambahkan kirim, biaya dan diskon.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Catat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4456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identitas truk, pemasok, wilayah dan snapshot harga transaksi.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Rekap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9360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Lihat spreadsheet harian, filter riwayat, ekspor Excel dan PDF.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Sasaran pengguna: pengusaha material, pemasok dan pengelola muatan truk.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perhitungan utama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10312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5528" y="283464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24,17 m³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10312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Harga modal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44568" y="283464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Rp370.000 / m³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1920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10312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material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93608" y="283464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Rp8.942.900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modal = subtotal material + biaya tambahan + ongkos kirim − diskon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Pada contoh ini biaya tambahan, kirim dan diskon bernilai Rp0.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Keuntungan = volume × harga jual per m³ − total modal.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Gambaran UI aplikasi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ILUSTRASI LAYOUT • BUKAN SCREENSHOT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1168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2743200"/>
            <a:ext cx="22494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MODAL HARI INI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muatan  •  0 m³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ada muatan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pratinjau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82880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201168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Calculator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21608" y="2743200"/>
            <a:ext cx="22494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Pasir pasang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24,17 m³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Rp370.000 / m³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TOTAL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Rp8.942.900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5349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pratinjau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201168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01968" y="2743200"/>
            <a:ext cx="22494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Tanggal transaksi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| Volume | Modal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ada transaksi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5349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pratinjau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81160" y="182880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201168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482328" y="2743200"/>
            <a:ext cx="22494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Pasir pasang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Pasir cor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Batu split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Sirtu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Tanah urug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64040" y="5349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pratinjau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konsep, dua platform mobile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MOCKUP ILUSTRATIF • BUKAN SCREENSHOT ATAU BUKTI BUILD iOS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783080"/>
            <a:ext cx="2286000" cy="4343400"/>
          </a:xfrm>
          <a:prstGeom prst="roundRect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576" y="1874520"/>
            <a:ext cx="2121408" cy="4142232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6272" y="1938528"/>
            <a:ext cx="109728" cy="109728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956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9:41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98448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16152" y="2715768"/>
            <a:ext cx="2048256" cy="246888"/>
          </a:xfrm>
          <a:prstGeom prst="rect">
            <a:avLst/>
          </a:prstGeom>
          <a:solidFill>
            <a:srgbClr val="DBEAE1"/>
          </a:solidFill>
          <a:ln w="12700">
            <a:solidFill>
              <a:srgbClr val="DBEA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7706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PRATINJAU • TIDAK DISIMPAN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298448" y="3136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 hari ini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80160" y="356616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9032" y="3703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MODAL HARI INI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99032" y="4005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99032" y="44165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muatan   •   0 m³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4892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ada muatan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Harga pasar belum tersedia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1872" y="576072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Beranda     Hitung     Rekap     Material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4023360" y="1783080"/>
            <a:ext cx="2286000" cy="4343400"/>
          </a:xfrm>
          <a:prstGeom prst="roundRect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05656" y="1874520"/>
            <a:ext cx="2121408" cy="4142232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938528"/>
            <a:ext cx="822960" cy="164592"/>
          </a:xfrm>
          <a:prstGeom prst="roundRect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1956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9:41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24528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42232" y="2715768"/>
            <a:ext cx="2048256" cy="246888"/>
          </a:xfrm>
          <a:prstGeom prst="rect">
            <a:avLst/>
          </a:prstGeom>
          <a:solidFill>
            <a:srgbClr val="DBEAE1"/>
          </a:solidFill>
          <a:ln w="12700">
            <a:solidFill>
              <a:srgbClr val="DBE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7706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PRATINJAU • TIDAK DISIMPAN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224528" y="3136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Kalkulasi muatan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06240" y="3566160"/>
            <a:ext cx="1920240" cy="338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36576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Pasir pasang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3977640"/>
            <a:ext cx="1920240" cy="338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40690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       24,17 m³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4389120"/>
            <a:ext cx="1920240" cy="338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44805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         Rp370.000/m³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51960" y="4983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TOTAL MODAL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51960" y="5276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Rp8.942.900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4187952" y="576072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Beranda     Hitung     Rekap     Material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097280" y="61813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23360" y="61813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iPhone / iOS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9516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Konsisten, tenang, terbaca.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995160" y="352044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Putih untuk ruang baca.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Hijau untuk fokus tindakan.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Angka utama dibuat menonjol.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Navigasi empat tujuan utama.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pengguna di lapangan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RANCANGAN ALUR • PENYIMPANAN BELUM AKTIF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4027932"/>
            <a:ext cx="4690872" cy="181051"/>
          </a:xfrm>
          <a:prstGeom prst="ellipse">
            <a:avLst/>
          </a:prstGeom>
          <a:solidFill>
            <a:srgbClr val="E0EBE5"/>
          </a:solidFill>
          <a:ln w="12700">
            <a:solidFill>
              <a:srgbClr val="E0E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9868" y="2093976"/>
            <a:ext cx="1728216" cy="905256"/>
          </a:xfrm>
          <a:prstGeom prst="triangle">
            <a:avLst/>
          </a:prstGeom>
          <a:solidFill>
            <a:srgbClr val="C8B798"/>
          </a:solidFill>
          <a:ln w="12700">
            <a:solidFill>
              <a:srgbClr val="C8B7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58568" y="2176272"/>
            <a:ext cx="1357884" cy="822960"/>
          </a:xfrm>
          <a:prstGeom prst="triangle">
            <a:avLst/>
          </a:prstGeom>
          <a:solidFill>
            <a:srgbClr val="B9A584"/>
          </a:solidFill>
          <a:ln w="12700">
            <a:solidFill>
              <a:srgbClr val="B9A5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834640"/>
            <a:ext cx="3003804" cy="864108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7572" y="2933395"/>
            <a:ext cx="41148" cy="658368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8955" y="2933395"/>
            <a:ext cx="41148" cy="658368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50338" y="2933395"/>
            <a:ext cx="41148" cy="658368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1722" y="2933395"/>
            <a:ext cx="41148" cy="658368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3105" y="2933395"/>
            <a:ext cx="41148" cy="658368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7932" y="2958084"/>
            <a:ext cx="1110996" cy="781812"/>
          </a:xfrm>
          <a:prstGeom prst="roundRect">
            <a:avLst/>
          </a:prstGeom>
          <a:solidFill>
            <a:srgbClr val="8DB9A4"/>
          </a:solidFill>
          <a:ln w="12700">
            <a:solidFill>
              <a:srgbClr val="8DB9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0754" y="3073298"/>
            <a:ext cx="534924" cy="329184"/>
          </a:xfrm>
          <a:prstGeom prst="rect">
            <a:avLst/>
          </a:prstGeom>
          <a:solidFill>
            <a:srgbClr val="E7F3EE"/>
          </a:solidFill>
          <a:ln w="12700">
            <a:solidFill>
              <a:srgbClr val="E7F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3682289"/>
            <a:ext cx="4279392" cy="148133"/>
          </a:xfrm>
          <a:prstGeom prst="rect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76756" y="3608222"/>
            <a:ext cx="534924" cy="534924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16659" y="3748126"/>
            <a:ext cx="255118" cy="255118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8084" y="3608222"/>
            <a:ext cx="534924" cy="534924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97987" y="3748126"/>
            <a:ext cx="255118" cy="255118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1708" y="3608222"/>
            <a:ext cx="534924" cy="534924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1611" y="3748126"/>
            <a:ext cx="255118" cy="255118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82880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01168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Muatan tiba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36208" y="2423160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Identifikasi jenis material, truk dan pemasok.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35040" y="320040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338328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Verifikasi biaya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36208" y="3794760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volume serta harga yang disepakati.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35040" y="457200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475488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Catat dan rekap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36208" y="5166360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transaksi; cocokkan laporan harian.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aplikasi saat presentasi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NYATA • BELUM ADA APK HASIL 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492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03120"/>
            <a:ext cx="4946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Sudah tersedia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2834640"/>
            <a:ext cx="49469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halaman pratinjau.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Navigasi antarhalaman.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data sementara.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tampilan kalkulasi.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3492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103120"/>
            <a:ext cx="4946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diimplementasikan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19088" y="2834640"/>
            <a:ext cx="49469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Kalkulator interaktif dan validasi.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dan penyimpanan.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transaksi dan filter.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Ekspor XLSX/PDF.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Integrasi harga pasar.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Pemeriksaan saat pratinjau dibuat: flutter analyze bersih; satu widget test navigasi lulus.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Harga modal tetap dikontrol pengguna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Harga default dapat diatur per material, spesifikasi dan wilayah.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Harga khusus transaksi tidak perlu mengubah harga default.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33924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Transaksi menyimpan snapshot harga pada saat pencatatan.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4105656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Perubahan harga berikutnya tidak mengubah transaksi lama.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818888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Harga pasar hanya referensi, bukan modal otomatis.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 dan laporan yang direncanakan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Kolom lengkap: material, truk, pemasok, volume, biaya dan keuntungan.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Tanggal lokal; navigasi harian; rekap mingguan dan bulanan.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33924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Filter material, pemasok, kendaraan, wilayah dan rentang tanggal.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4105656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Edit dengan jejak perubahan; hapus dengan konfirmasi.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818888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Ekspor XLSX/PDF dari data dan filter nyata, lalu bagikan file.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Harga pasar: realistis dan transparan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Belum ada sumber harga yang terverifikasi atau terhubung.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Evaluasi API resmi, izin penggunaan, cakupan dan satuan.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33924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Tampilkan sumber, wilayah, spesifikasi serta waktu pembaruan.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4105656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Indeks konstruksi bukan harga material langsung per m³.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818888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Tanpa sumber valid: “Harga pasar belum tersedia”.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Fondasi teknis yang direncanakan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+ Dart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untuk state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dan iOS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Penyimpanan lokal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4456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melalui sqflite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Migrasi bertahap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harga transaksi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bertahap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9360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ketika dibutuhkan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Kredensial di server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Tanpa layanan berbayar wajib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fitur pencatatan utama tetap dapat digunakan tanpa internet.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pengembangan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Tahap 1 — Pemeriksaan proyek dan rencana: selesai.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Pratinjau UI — Dashboard dan navigasi: tersedia.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33924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Tahap 2 — Kalkulator, SQLite, material, transaksi dan ekspor.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4105656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Tahap 3 — Integrasi sumber harga sah, sesuai ketersediaan.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818888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Tahap 4 — Pengujian perangkat, penyempurnaan UI dan build APK.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teknis dan alasannya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 terlebih dahulu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Pencatatan tidak bergantung internet. Backend ditambahkan ketika kebutuhan integrasi nyata muncul.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Presisi angka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4456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Rencana integer Rupiah dan volume berskala. Hindari penggunaan double untuk nilai uang.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10312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28600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transaksi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93608" y="301752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Harga historis dipertahankan. Perubahan default tidak mengubah catatan yang sudah dibuat.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Kualitas: bukti sekarang, target berikutnya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94560"/>
            <a:ext cx="4946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Sudah diperiksa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2926080"/>
            <a:ext cx="49469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analyze: bersih.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widget test navigasi: lulus.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Penanda pratinjau terlihat.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492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194560"/>
            <a:ext cx="4946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Pengujian berikutnya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19088" y="2926080"/>
            <a:ext cx="49469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Perhitungan desimal dan validasi.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Persistensi dan snapshot harga.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tanggal serta isi ekspor.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Pengujian pada perangkat Android.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ada klaim performa, pengguna aktif atau penghematan waktu tanpa pengukuran.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dan langkah berikutnya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&amp; RENCANA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Buka proyek di VS Code; pilih emulator atau perangkat Android.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Jalankan flutter run atau tekan F5.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33924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Tinjau empat halaman dan keterbacaan tampilan.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4105656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Data pratinjau tidak disimpan; tombol fitur mendatang dinonaktifkan.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818888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Berikutnya: kalkulator nyata, pengujian angka, kemudian SQLite.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 — mari berdiskusi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ALVITTO ZAKY • PORTFOLIO MATERIALTRACK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kebutuhan bisnis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26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 keputusan produk yang jelas.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Diskusi: prioritas MVP, validasi pengguna,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6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ketepatan data dan pengembangan bertahap.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360920" y="4946904"/>
            <a:ext cx="4169664" cy="160934"/>
          </a:xfrm>
          <a:prstGeom prst="ellipse">
            <a:avLst/>
          </a:prstGeom>
          <a:solidFill>
            <a:srgbClr val="E0EBE5"/>
          </a:solidFill>
          <a:ln w="12700">
            <a:solidFill>
              <a:srgbClr val="E0EB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63256" y="3227832"/>
            <a:ext cx="1536192" cy="804672"/>
          </a:xfrm>
          <a:prstGeom prst="triangle">
            <a:avLst/>
          </a:prstGeom>
          <a:solidFill>
            <a:srgbClr val="C8B798"/>
          </a:solidFill>
          <a:ln w="12700">
            <a:solidFill>
              <a:srgbClr val="C8B7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77656" y="3300984"/>
            <a:ext cx="1207008" cy="731520"/>
          </a:xfrm>
          <a:prstGeom prst="triangle">
            <a:avLst/>
          </a:prstGeom>
          <a:solidFill>
            <a:srgbClr val="B9A584"/>
          </a:solidFill>
          <a:ln w="12700">
            <a:solidFill>
              <a:srgbClr val="B9A5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07224" y="3886200"/>
            <a:ext cx="2670048" cy="768096"/>
          </a:xfrm>
          <a:prstGeom prst="rect">
            <a:avLst/>
          </a:prstGeom>
          <a:solidFill>
            <a:srgbClr val="126B55"/>
          </a:solidFill>
          <a:ln w="12700">
            <a:solidFill>
              <a:srgbClr val="126B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0104" y="3973982"/>
            <a:ext cx="36576" cy="585216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0222" y="3973982"/>
            <a:ext cx="36576" cy="585216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70341" y="3973982"/>
            <a:ext cx="36576" cy="585216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60459" y="3973982"/>
            <a:ext cx="36576" cy="585216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50578" y="3973982"/>
            <a:ext cx="36576" cy="585216"/>
          </a:xfrm>
          <a:prstGeom prst="rect">
            <a:avLst/>
          </a:prstGeom>
          <a:solidFill>
            <a:srgbClr val="80AE97"/>
          </a:solidFill>
          <a:ln w="12700">
            <a:solidFill>
              <a:srgbClr val="80AE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50424" y="3995928"/>
            <a:ext cx="987552" cy="694944"/>
          </a:xfrm>
          <a:prstGeom prst="roundRect">
            <a:avLst/>
          </a:prstGeom>
          <a:solidFill>
            <a:srgbClr val="8DB9A4"/>
          </a:solidFill>
          <a:ln w="12700">
            <a:solidFill>
              <a:srgbClr val="8DB9A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04043" y="4098341"/>
            <a:ext cx="475488" cy="292608"/>
          </a:xfrm>
          <a:prstGeom prst="rect">
            <a:avLst/>
          </a:prstGeom>
          <a:solidFill>
            <a:srgbClr val="E7F3EE"/>
          </a:solidFill>
          <a:ln w="12700">
            <a:solidFill>
              <a:srgbClr val="E7F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7224" y="4639666"/>
            <a:ext cx="3803904" cy="131674"/>
          </a:xfrm>
          <a:prstGeom prst="rect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82712" y="4573829"/>
            <a:ext cx="475488" cy="475488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7070" y="4698187"/>
            <a:ext cx="226771" cy="226771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9448" y="4573829"/>
            <a:ext cx="475488" cy="475488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23806" y="4698187"/>
            <a:ext cx="226771" cy="226771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89336" y="4573829"/>
            <a:ext cx="475488" cy="475488"/>
          </a:xfrm>
          <a:prstGeom prst="ellipse">
            <a:avLst/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13694" y="4698187"/>
            <a:ext cx="226771" cy="226771"/>
          </a:xfrm>
          <a:prstGeom prst="ellipse">
            <a:avLst/>
          </a:prstGeom>
          <a:solidFill>
            <a:srgbClr val="C6D9D0"/>
          </a:solidFill>
          <a:ln w="12700">
            <a:solidFill>
              <a:srgbClr val="C6D9D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MaterialTrack — Kalkulasi dan Pencatatan Muatan</dc:title>
  <dc:subject>Presentasi konsep dan pratinjau aplikasi MaterialTrack</dc:subject>
  <dc:creator>Alvitto Zaky</dc:creator>
  <cp:lastModifiedBy>Alvitto Zaky</cp:lastModifiedBy>
  <cp:revision>1</cp:revision>
  <dcterms:created xsi:type="dcterms:W3CDTF">2026-10-19T06:01:46Z</dcterms:created>
  <dcterms:modified xsi:type="dcterms:W3CDTF">2026-10-19T06:01:46Z</dcterms:modified>
</cp:coreProperties>
</file>